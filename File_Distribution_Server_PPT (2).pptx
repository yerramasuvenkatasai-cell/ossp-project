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4" r:id="rId25"/>
    <p:sldId id="273" r:id="rId24"/>
    <p:sldId id="269" r:id="rId15"/>
    <p:sldId id="270" r:id="rId16"/>
    <p:sldId id="271" r:id="rId17"/>
    <p:sldId id="272" r:id="rId18"/>
    <p:sldId id="275" r:id="rId26"/>
    <p:sldId id="276" r:id="rId27"/>
    <p:sldId id="277" r:id="rId2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5.xml"/><Relationship Id="rId25" Type="http://schemas.openxmlformats.org/officeDocument/2006/relationships/slide" Target="slides/slide14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REVIEW · OPERATING SYSTEMS AND SYSTEMS PROGRAMMING (25CS2104E) · 2026–27, Term-I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High-Concurrency File Distribution Server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POSIX threads · mutexes &amp; semaphores · mmap() · TCP sockets · Ubuntu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0" y="1965960"/>
          <a:ext cx="4572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Number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2520030278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Y. Venkata Sai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2520030318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Ram Charan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2520030407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Tejas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Team 8</a:t>
            </a:r>
            <a:endParaRPr lang="en-US" sz="1400" dirty="0"/>
          </a:p>
        </p:txBody>
      </p:sp>
      <p:pic>
        <p:nvPicPr>
          <p:cNvPr id="7" name="Image 0" descr="/home/claude/u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3703320"/>
            <a:ext cx="1463040" cy="6949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KONERU LAKSHMAIAH EDUCATION FOUNDATION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822960" cy="3931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71600" y="2286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NUMBER: 8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4023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of Candidate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Number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Y. Venkata Sai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2520030278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core: sockets, thread pool, request queue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Ram Charan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2520030318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mmap file cache, logging, monitoring, signals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Tejas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2520030407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Client, load testing, debugging, documentation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822960" cy="3931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71600" y="2286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68680"/>
            <a:ext cx="8046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High-Concurrency File Distribution Server is a multithreaded server written in C that distributes large files to many clients over TCP.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many client connections concurrently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pool of worker threads serves requests from a synchronized queue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Mutexes and semaphores protect all shared data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mmap() maps large files so the kernel handles paging, avoiding extra copies in user space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requests for the same file share one mapping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and client activity logs, live monitoring, signal-based control and shutdown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Flow:  ACCEPT → QUEUE → WORKER → mmap → SEND → LOG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822960" cy="3931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71600" y="2286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68680"/>
            <a:ext cx="8046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university distributes lecture videos, PDFs, lab manuals and software packages to thousands of students.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students often request the same popular file at the same time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copy operations use heavy CPU and I/O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read() into user buffers wastes memory and time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needs safe concurrency, low overhead and clean shutdown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applies threads, synchronization, memory mapping, file systems, sockets, signals and system calls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822960" cy="3931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71600" y="2286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68680"/>
            <a:ext cx="8046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traditional file-copy servers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process or thread per request, or fully sequential serving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request re-reads the file and copies it through user buffers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file loaded repeatedly into memory for different clients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CPU and I/O load under simultaneous requests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logging or resource monitoring; abrupt shutdown can break transfers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Gap:  Bounded threads + shared file mapping + synchronization + monitoring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822960" cy="3931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71600" y="2286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6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68680"/>
            <a:ext cx="8046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needs a high-performance server that serves large files to many clients while minimizing unnecessary memory and I/O operations.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Concurrency: accept and serve many connections at once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Synchronization: shared queue, logs and counters without race conditions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Efficiency: avoid duplicate memory copies and repeated disk reads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Same-file requests: many clients, one file, safely shared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monitor load and shut down gracefully with signals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A fast, safe and observable file distribution server in C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822960" cy="3931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71600" y="2286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(Contribution)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68680"/>
            <a:ext cx="8046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design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Acceptor thread: accept() new TCP connections and enqueue requests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request queue: mutex-protected, with counting semaphores (items, slots)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thread pool: dequeue, validate the file name, mmap() and send()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table: reference-counted mappings shared across simultaneous requests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 and monitor threads: activity logs, connection and resource stats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handling: SIGINT/SIGTERM shutdown, SIGUSR1 stats dump, SIGPIPE ignored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 Client → Acceptor → Queue → Worker → mmap file → Client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822960" cy="3931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71600" y="2286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68680"/>
            <a:ext cx="8046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multiple client connections concurrently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file requests with worker threads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synchronized request queue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shared resources with mutexes and semaphores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large files efficiently with mmap()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files to clients through TCP sockets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download and client activity logs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active connections and resource consumption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signals for control and shutdown; handle simultaneous requests for the same file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822960" cy="3931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71600" y="2286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669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  Network Acceptor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socket(), bind(), listen(), accept(); creates request objects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  Request Queue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Circular buffer + mutex + sem_t items/slots (producer–consumer)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 Worker Pool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pthread workers: parse request, locate file, transfer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  File Manager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open(), fstat(), mmap(), munmap(); ref-counted shared mappings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  Transfer Engine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send() loop over the mapped region; handles partial sends and errors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M6  Logging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 log and client-activity log, mutex-protected writes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M7  Monitor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connections, queue length, memory (getrusage, /proc)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M8  Signal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sigaction(): graceful shutdown, stats dump, ignore SIGPIPE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822960" cy="3931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71600" y="2286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10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65760" y="91440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11480" y="9144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(TCP)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783080" y="1325880"/>
            <a:ext cx="320040" cy="0"/>
          </a:xfrm>
          <a:prstGeom prst="line">
            <a:avLst/>
          </a:prstGeom>
          <a:noFill/>
          <a:ln w="19050">
            <a:solidFill>
              <a:srgbClr val="0B5FA5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103120" y="91440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148840" y="9144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520440" y="1325880"/>
            <a:ext cx="320040" cy="0"/>
          </a:xfrm>
          <a:prstGeom prst="line">
            <a:avLst/>
          </a:prstGeom>
          <a:noFill/>
          <a:ln w="19050">
            <a:solidFill>
              <a:srgbClr val="0B5FA5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840480" y="91440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FDE68A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886200" y="9144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queue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 + sem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257800" y="1325880"/>
            <a:ext cx="320040" cy="0"/>
          </a:xfrm>
          <a:prstGeom prst="line">
            <a:avLst/>
          </a:prstGeom>
          <a:noFill/>
          <a:ln w="19050">
            <a:solidFill>
              <a:srgbClr val="0B5FA5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577840" y="91440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623560" y="9144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995160" y="1325880"/>
            <a:ext cx="320040" cy="0"/>
          </a:xfrm>
          <a:prstGeom prst="line">
            <a:avLst/>
          </a:prstGeom>
          <a:noFill/>
          <a:ln w="19050">
            <a:solidFill>
              <a:srgbClr val="0B5FA5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7315200" y="91440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60920" y="9144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mmap file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send()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365760" y="2103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resources (each protected by its own lock)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65760" y="246888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11480" y="2468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table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ref-counted maps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532888" y="246888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578608" y="2468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mutex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700016" y="246888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745736" y="2468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thread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counters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867144" y="246888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912864" y="2468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handler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SIGINT / SIGUSR1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365760" y="36118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file requested by many clients → one mmap() shared via reference count; last worker to finish calls munmap().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822960" cy="3931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71600" y="2286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Topics → Where Used (1/4)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77240"/>
          <a:ext cx="8503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377440"/>
                <a:gridCol w="4937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topic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is used in the project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</a:tr>
              <a:tr h="274320">
                <a:tc row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5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5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as a Service 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space vs kernel space; system calls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runs in user space; socket(), accept(), open(), mmap(), send() enter the kernel. Verify: strace -c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architecture &amp; software stack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→ glibc/POSIX API → system calls → kernel (VFS, TCP/IP, memory manager) → hardware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Shell as a user-space program; command journey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with ./server 8080 from bash: shell does fork + exec. Ctrl+C and kill send signals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Systems programming fundamentals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C, Makefile, gcc -pthread, errno check after every system call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row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5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5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Processes &amp; Process Control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abstraction, lifecycle, states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is one process, workers are its threads. Watch states (R/S/D) with ps and top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Creation, execution, synchronization, termination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Shell creates the server; on shutdown pthread_join() all threads, then exit cleanly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Scheduling concepts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Workers compete for CPU; tune worker count against nproc; observe with top and nice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management pitfalls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 zombies, leaked fds and threads; reap any child with waitpid() (optional logger process)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822960" cy="3931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71600" y="2286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Topics → Where Used (2/4)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77240"/>
          <a:ext cx="8503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377440"/>
                <a:gridCol w="4937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topic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is used in the project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</a:tr>
              <a:tr h="274320">
                <a:tc row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5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5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IPC &amp; Signals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Signals &amp; asynchronous notification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SIGINT/SIGTERM graceful shutdown, SIGUSR1 stats dump, SIGPIPE ignored on client disconnect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handlers, POSIX signal programming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sigaction() with a volatile sig_atomic_t flag; handler only sets the flag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Anonymous pipes &amp; named pipes (FIFOs)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Optional: mkfifo admin channel (echo stats &gt; /tmp/fds_ctl); pipe() from workers to a logger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groups, sessions, job control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with &amp;, use jobs / fg / bg; kill to the server PID; setsid for daemon mode (optional)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row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5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5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Management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memory, address translation, page tables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mmap() gives each file a virtual address range; kernel maps pages on demand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faults &amp; demand paging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touch of a mapped page faults it in. Measure ru_minflt / ru_majflt with getrusage()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address space layout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 /proc/&lt;pid&gt;/maps: code, heap, thread stacks, mmap regions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allocation, memory errors, debug tools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malloc/free for request objects; valgrind and -fsanitize=address; munmap when refs reach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Copy-on-write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MAP_PRIVATE read-only mapping shares pages; COW applies if fork() is used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822960" cy="3931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71600" y="2286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Topics → Where Used (3/4)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13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77240"/>
          <a:ext cx="8503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377440"/>
                <a:gridCol w="4937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topic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is used in the project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</a:tr>
              <a:tr h="274320">
                <a:tc row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5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5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Systems &amp; File I/O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Unix file abstraction, file descriptors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Files, sockets and logs are all fds; close every fd. Check: ls -l /proc/&lt;pid&gt;/fd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Inodes, directory entries, file naming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stat() for size and inode; opendir()/readdir() to list shared files; reject "../" names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VFS, ext4, Linux file I/O calls, buffered vs unbuffered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open/read/write/close through VFS to ext4 (df -T, ls -i); write() vs fprintf() for logs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Memory-mapped file I/O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mmap() + send() to transfer large files without extra user-space copies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row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5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5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Concurrency &amp; Synchronization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Threads vs processes, POSIX threads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pthread_create(): acceptor, worker pool, monitor thread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Race conditions &amp; shared data; mutexes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Queue, file-table refcounts, counters and logs are shared: pthread_mutex_t on each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Counting semaphores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sem_t items/slots make the request queue a blocking bounded buffer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 variables, deadlocks, advanced sync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pthread_cond_t for shutdown wake-up; fixed lock order; test with helgrind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822960" cy="3931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71600" y="2286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Topics → Where Used (4/4)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14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77240"/>
          <a:ext cx="8503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377440"/>
                <a:gridCol w="4937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topic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is used in the project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5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as a layered service abstraction; kernel services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never touches hardware: app → glibc → system calls → kernel services (TCP/IP stack, VFS, memory manager, scheduler)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5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Inter-process communication (IPC) overview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Threads share memory (queue, counters); TCP sockets carry client ↔ server data; pipe()/FIFO for optional logger and admin channel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5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 translation and page tables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mmap() page is translated by the MMU through page tables; first access faults; inspect with /proc/&lt;pid&gt;/smaps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5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memory allocation in Linux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malloc() (brk/mmap underneath) for request objects: acceptor allocates, worker frees; one owner per object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5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errors and OS responses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pointer → SIGSEGV; file truncated while mapped → SIGBUS; mmap() ENOMEM / OOM killer. Check every return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5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debugging and analysis tools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valgrind, -fsanitize=address, pmap -x &lt;pid&gt;, free -h, VmRSS in /proc/&lt;pid&gt;/status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5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descriptors and open file management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 table → open file table → inode. close(fd) right after mmap(); raise ulimit -n for 100+ clients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5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synchronization concepts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pthread_rwlock_t for read-mostly file lookups; C11 atomics for connection counters; timed waits in monitor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5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Deadlocks and concurrency hazards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 order: queue → file table → log. Never hold a lock during send(). Check with helgrind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822960" cy="3931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71600" y="2286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Modules → Syllabus Topics Used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15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77240"/>
          <a:ext cx="85039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188720"/>
                <a:gridCol w="5440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topics applied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5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 Network Acceptor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CO-1, CO-5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calls, kernel services, sockets as file descriptors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5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 Request Queue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Race conditions, mutex, counting semaphores (producer–consumer), deadlock avoidance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5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Worker Pool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CO-2, CO-6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POSIX threads, thread lifecycle, scheduling, pthread_join() termination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5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 File Manager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CO-4, CO-5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mmap(), virtual memory, inodes via stat(), ref-count mutex, munmap(), memory errors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5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 Transfer Engine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CO-1, CO-4, CO-5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send() system call, demand paging, partial sends, errno handling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5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M6 Logging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CO-3, CO-5, CO-6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Buffered vs unbuffered I/O, mutex-protected writes, optional pipe() to logger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5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M7 Monitor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CO-4, CO-6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getrusage() page faults, /proc statistics, monitor thread, condition variable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5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M8 Signal Control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CO-2, CO-3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sigaction(), sig_atomic_t flag, SIGINT/SIGTERM/SIGUSR1/SIGPIPE, graceful termination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822960" cy="3931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71600" y="2286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Monitoring &amp; Testing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65760" y="822960"/>
            <a:ext cx="2743200" cy="3840480"/>
          </a:xfrm>
          <a:prstGeom prst="roundRect">
            <a:avLst>
              <a:gd name="adj" fmla="val 2667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8961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207008"/>
            <a:ext cx="2468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downloads.log: time, client IP, file, bytes, duration, status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activity.log: connect, disconnect, errors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 mutex so lines never interleave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 on shutdown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91840" y="822960"/>
            <a:ext cx="2743200" cy="3840480"/>
          </a:xfrm>
          <a:prstGeom prst="roundRect">
            <a:avLst>
              <a:gd name="adj" fmla="val 2667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29000" y="8961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429000" y="1207008"/>
            <a:ext cx="2468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connections and queue length counters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use: getrusage(), /proc/self/status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thread prints stats every few seconds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-USR1 &lt;pid&gt; dumps stats on demand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External: htop, ss -tn, strace -c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17920" y="822960"/>
            <a:ext cx="2560320" cy="3840480"/>
          </a:xfrm>
          <a:prstGeom prst="roundRect">
            <a:avLst>
              <a:gd name="adj" fmla="val 2857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55080" y="896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1207008"/>
            <a:ext cx="2286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program: ./client host port file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clients: for i in $(seq 100); do ./client ... &amp; done; wait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files with sha256sum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helgrind for races, valgrind for leaks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Ctrl+C during transfers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822960" cy="3931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71600" y="2286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17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80467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846320"/>
                <a:gridCol w="2377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Repo, Makefile, single-thread TCP server and client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transfer works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 pool, bounded queue, mutex + semaphores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Concurrent serving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mmap transfer, file table, same-file sharing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large files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Logging, monitor thread, signals, graceful exit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Observable server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tests, helgrind/valgrind, strace analysis, graphs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report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report, demo, cleanup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822960" cy="3931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71600" y="2286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18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80467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029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/ Platform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/ Ubuntu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system, POSIX APIs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gcc, make (-pthread)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 and build the C server and client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pthreads, semaphore.h, sys/mman.h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Threads, semaphores, mmap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strace, htop, 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System-call tracing and resource monitoring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valgrind (helgrind)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Race and leak detection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JMeter (optional)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 load test if required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Code, Git &amp; GitHub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and version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822960" cy="3931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71600" y="2286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SCOPE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19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65760" y="822960"/>
            <a:ext cx="4114800" cy="3840480"/>
          </a:xfrm>
          <a:prstGeom prst="roundRect">
            <a:avLst>
              <a:gd name="adj" fmla="val 1905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896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207008"/>
            <a:ext cx="3840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multithreaded C server serves many clients at once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queue with mutex and semaphores gives safe, controlled concurrency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mmap() and shared mappings cut memory copies and repeated disk reads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monitoring and signals make it reliable to operate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822960"/>
            <a:ext cx="4114800" cy="3840480"/>
          </a:xfrm>
          <a:prstGeom prst="roundRect">
            <a:avLst>
              <a:gd name="adj" fmla="val 1905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00600" y="896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800600" y="1207008"/>
            <a:ext cx="3840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epoll() event loop to handle thousands of idle connections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sendfile() zero-copy comparison with mmap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support with byte offsets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per-user rate limits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integrity check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for live stats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822960" cy="3931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28600"/>
            <a:ext cx="64922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0B5FA5"/>
                </a:solidFill>
                <a:latin typeface="Calibri"/>
              </a:rPr>
              <a:t>Demonstration — Concurrent Requests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20</a:t>
            </a:r>
          </a:p>
        </p:txBody>
      </p:sp>
      <p:pic>
        <p:nvPicPr>
          <p:cNvPr id="5" name="Picture 4" descr="1790653375029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9500" y="1000000"/>
            <a:ext cx="4965000" cy="32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00000"/>
            <a:ext cx="804672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1F2937"/>
                </a:solidFill>
                <a:latin typeface="Calibri"/>
              </a:rPr>
              <a:t>10 simultaneous "nc" clients request the same file at once; every one gets the correct bytes back, and kill -USR1 confirms the server is alive and responding.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822960" cy="3931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28600"/>
            <a:ext cx="64922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0B5FA5"/>
                </a:solidFill>
                <a:latin typeface="Calibri"/>
              </a:rPr>
              <a:t>Demonstration — Build &amp; Live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21</a:t>
            </a:r>
          </a:p>
        </p:txBody>
      </p:sp>
      <p:pic>
        <p:nvPicPr>
          <p:cNvPr id="5" name="Picture 4" descr="1790653405945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733" y="1000000"/>
            <a:ext cx="3848533" cy="32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00000"/>
            <a:ext cx="804672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1F2937"/>
                </a:solidFill>
                <a:latin typeface="Calibri"/>
              </a:rPr>
              <a:t>gcc -pthread compiles the server; the monitor thread then prints live stats every second — active connections, total requests, bytes sent, and page faults — while a request completes.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822960" cy="3931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28600"/>
            <a:ext cx="64922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0B5FA5"/>
                </a:solidFill>
                <a:latin typeface="Calibri"/>
              </a:rPr>
              <a:t>Demonstration — Stats Dump &amp; Clean Shutdown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22</a:t>
            </a:r>
          </a:p>
        </p:txBody>
      </p:sp>
      <p:pic>
        <p:nvPicPr>
          <p:cNvPr id="5" name="Picture 4" descr="179065342096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614" y="1000000"/>
            <a:ext cx="6708771" cy="32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00000"/>
            <a:ext cx="804672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1F2937"/>
                </a:solidFill>
                <a:latin typeface="Calibri"/>
              </a:rPr>
              <a:t>SIGUSR1 prints an on-demand stats dump (11 requests, 51 bytes served) without stopping the server; Ctrl+C (SIGINT) then shuts it down cleanly.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2026-09-28T13:39:50Z</dcterms:created>
  <dcterms:modified xsi:type="dcterms:W3CDTF">2026-09-28T13:39:50Z</dcterms:modified>
</cp:coreProperties>
</file>